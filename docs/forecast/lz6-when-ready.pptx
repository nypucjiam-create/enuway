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1b1a7f3dbc40d3" /><Relationship Type="http://schemas.openxmlformats.org/officeDocument/2006/relationships/extended-properties" Target="/docProps/app.xml" Id="R6fce49b8a3ee480a" /><Relationship Type="http://schemas.openxmlformats.org/officeDocument/2006/relationships/officeDocument" Target="/ppt/presentation.xml" Id="Redf72f3d7bfb47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cd3ad7e0ee4530"/>
  </p:sldMasterIdLst>
  <p:notesMasterIdLst>
    <p:notesMasterId xmlns:r="http://schemas.openxmlformats.org/officeDocument/2006/relationships" r:id="R1e3a60df065a4871"/>
  </p:notesMasterIdLst>
  <p:sldIdLst>
    <p:sldId xmlns:r="http://schemas.openxmlformats.org/officeDocument/2006/relationships" id="256" r:id="Rb01807d3190d46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732c00428e412b" /><Relationship Type="http://schemas.openxmlformats.org/officeDocument/2006/relationships/slideMaster" Target="/ppt/slideMasters/slideMaster1.xml" Id="R24cd3ad7e0ee4530" /><Relationship Type="http://schemas.openxmlformats.org/officeDocument/2006/relationships/notesMaster" Target="/ppt/notesMasters/notesMaster1.xml" Id="R1e3a60df065a4871" /><Relationship Type="http://schemas.openxmlformats.org/officeDocument/2006/relationships/presProps" Target="/ppt/presProps.xml" Id="R1d98c8c0acb24fbf" /><Relationship Type="http://schemas.openxmlformats.org/officeDocument/2006/relationships/tableStyles" Target="/ppt/tableStyles.xml" Id="R216c1732c33b429a" /><Relationship Type="http://schemas.openxmlformats.org/officeDocument/2006/relationships/slide" Target="/ppt/slides/slide1.xml" Id="Rb01807d3190d46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afab8295984b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1fc0be055e4aa4" /><Relationship Type="http://schemas.openxmlformats.org/officeDocument/2006/relationships/notesMaster" Target="/ppt/notesMasters/notesMaster1.xml" Id="R731a6e54f09e48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Дереккөз: https://github.com/pallets/click/issues?q=is%3Aissue%20is%3Aclosed%20closed%3A2026-04-06..2026-10-04. Қаралған күні: 08.10.2026. 06.04.2026–04.10.2026 аралығындағы 106 жабылған issue және 26 толық апта. Модель: тарихи апталық throughput мәнін қайтарумен кездейсоқ таңдау, 10 000 симуляция, seed 20261008, 18 элемент. Нәтиже: 50% — 12.11.2026, 70% — 19.11.2026, 85% — 26.11.2026, 95% — 10.12.2026. OpenAI Codex слайд макеті мен формулировкалардың бастапқы нұсқасын дайындауға қолданылды.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730490cda43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66138575ae44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1d1a92fba463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fb42cb4044e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45d27dcbf49e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6992d58c540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0C6804-8FA0-4D2D-929C-3DBBA50BE5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7AB263-3B01-4F9C-B377-5D006CA49E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34FC462-6939-48E2-8704-E68F69E106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0980FF-9A4B-48A4-ADCC-E8CF5C7434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2478FB1-2A19-459E-BEC6-072246C26D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637E44-D082-4B56-8CA6-4B1ED85BD0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FB928CB-075B-4636-880B-DF329461FB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3D66F2C-D25C-4B2F-B6C5-FEAC4C2B3E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19F293-3BD3-4357-ACC4-17CF74F5FA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E4AF29F-0D64-43C4-AE6B-FE1725A9C5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6bda42f5e54595" /><Relationship Type="http://schemas.openxmlformats.org/officeDocument/2006/relationships/slideLayout" Target="/ppt/slideLayouts/slideLayout1.xml" Id="R26144fa052e544dc" /><Relationship Type="http://schemas.openxmlformats.org/officeDocument/2006/relationships/slideLayout" Target="/ppt/slideLayouts/slideLayout2.xml" Id="Rf8295cdb4b604269" /><Relationship Type="http://schemas.openxmlformats.org/officeDocument/2006/relationships/slideLayout" Target="/ppt/slideLayouts/slideLayout3.xml" Id="R9219d0dcd3334f0f" /><Relationship Type="http://schemas.openxmlformats.org/officeDocument/2006/relationships/slideLayout" Target="/ppt/slideLayouts/slideLayout4.xml" Id="R5cde899d09c649ee" /><Relationship Type="http://schemas.openxmlformats.org/officeDocument/2006/relationships/slideLayout" Target="/ppt/slideLayouts/slideLayout5.xml" Id="Ra62a4faae71142d2" /><Relationship Type="http://schemas.openxmlformats.org/officeDocument/2006/relationships/slideLayout" Target="/ppt/slideLayouts/slideLayout6.xml" Id="Reded5e7da4a04a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144fa052e544dc"/>
    <p:sldLayoutId xmlns:r="http://schemas.openxmlformats.org/officeDocument/2006/relationships" id="2147483650" r:id="Rf8295cdb4b604269"/>
    <p:sldLayoutId xmlns:r="http://schemas.openxmlformats.org/officeDocument/2006/relationships" id="2147483651" r:id="R9219d0dcd3334f0f"/>
    <p:sldLayoutId xmlns:r="http://schemas.openxmlformats.org/officeDocument/2006/relationships" id="2147483652" r:id="R5cde899d09c649ee"/>
    <p:sldLayoutId xmlns:r="http://schemas.openxmlformats.org/officeDocument/2006/relationships" id="2147483653" r:id="Ra62a4faae71142d2"/>
    <p:sldLayoutId xmlns:r="http://schemas.openxmlformats.org/officeDocument/2006/relationships" id="2147483654" r:id="Reded5e7da4a04a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00d4db09564487" /><Relationship Type="http://schemas.openxmlformats.org/officeDocument/2006/relationships/notesSlide" Target="/ppt/notesSlides/notesSlide1.xml" Id="R7e48e3b098e343c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0BDC5D-49AF-47D0-848D-41B8BF51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B5E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B9B7D-4F47-4DD4-B48B-98CBFF56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-142875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F2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67499-25DC-4274-853A-1BF9A7F5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ЛЗ 6  ·  МЕРЗІМ БОЛЖАМЫ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27279-4968-4CCE-8F0F-C1E81EC3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542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ENUWay қашан</a:t>
            </a:r>
          </a:p>
          <a:p xmlns:a="http://schemas.openxmlformats.org/drawingml/2006/main">
            <a:pPr algn="l">
              <a:def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дайын болады?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8AF3F-5EB2-477F-99A4-C9889780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2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18 жұмыс элементі  ·  10 000 симуляция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5FFB1-782C-4C65-AE15-D8B7BB5A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336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ЫҚТИМАЛ МЕРЗІМДЕР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983F16-002D-46C1-A801-6742FF40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309"/>
          </a:bodyPr>
          <a:lstStyle xmlns:a="http://schemas.openxmlformats.org/drawingml/2006/main">
            <a:defPPr algn="l">
              <a:def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12 қараша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418AE9-25CE-42CB-B57B-5053D906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2417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>
            <a:defPPr algn="l">
              <a:defRPr sz="21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21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50%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37B8A-C29C-4E34-86EE-AD03903C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309"/>
          </a:bodyPr>
          <a:lstStyle xmlns:a="http://schemas.openxmlformats.org/drawingml/2006/main">
            <a:defPPr algn="l">
              <a:def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30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26 қараша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67413-7123-42A0-B7BC-281E8AB6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90925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>
            <a:defPPr algn="l">
              <a:defRPr sz="21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pPr>
            <a:r>
              <a:rPr sz="21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rPr>
              <a:t>85%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2F3B9C-1D86-40C7-A138-ABA89C16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72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9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БОЛЖАМ ШАРТТАРЫ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F04C9-E4AC-4E16-A6FC-17EC482B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76800"/>
            <a:ext cx="5191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0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Көлем 18 элемент болып қалады. Команда құрамы өзгермейді. Нөлдік апталар тарихи деректе сақталған.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BA2AC-8062-48DA-87E1-7EE15BEE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Келесі қайта есептеу: 22.10.2026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808496-4409-4910-B211-AC50F5A1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"/>
            <a:ext cx="5467350" cy="529590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11F2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B4615-BF72-41A0-84E7-E4F58590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8572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>
            <a:defPPr algn="l">
              <a:def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ТАПСЫРЫС БЕРУШІГЕ ҰСЫНЫС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BC3F01-F275-49D6-A559-426FF6A0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190625"/>
            <a:ext cx="2428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49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49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26.11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7FB99-E76A-4108-A4D1-B02B1109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238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029"/>
          </a:bodyPr>
          <a:lstStyle xmlns:a="http://schemas.openxmlformats.org/drawingml/2006/main">
            <a:defPPr algn="l">
              <a:defRPr sz="14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4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Толық 18 элемент үшін</a:t>
            </a:r>
          </a:p>
          <a:p xmlns:a="http://schemas.openxmlformats.org/drawingml/2006/main">
            <a:pPr algn="l">
              <a:defRPr sz="14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4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ұсынылатын мерзім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86C80-EFDF-4BB5-88CD-5987AA7F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00300"/>
            <a:ext cx="3905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>
            <a:defPPr algn="l">
              <a:defRPr sz="900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00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АЯҚТАЛУ ЫҚТИМАЛДЫҒЫ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7C5C79-D031-4DC1-9BCB-B6589A8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57550"/>
            <a:ext cx="3333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45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521AF-4F91-40AB-9AA3-22AE8AF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813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>
            <a:defPPr algn="ctr">
              <a:defRPr sz="12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2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50%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F9E95E-D50A-43E4-AF7E-91A66042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B5E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8A0AF-2935-4A2D-9D13-A9E3BF0C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>
            <a:defPPr algn="ctr">
              <a:def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12.11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F17268-471F-4F72-A137-6500F976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7813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>
            <a:defPPr algn="ctr">
              <a:defRPr sz="12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200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rPr>
              <a:t>85%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4DC422-7670-4A30-A363-5443EE8D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1242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1C45B8-B57A-471F-8D88-D79CF55A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5623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>
            <a:defPPr algn="ctr">
              <a:def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0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26.11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AD89E8-A522-44F8-9EAF-1A759EAC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57650"/>
            <a:ext cx="42291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45D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327990-9EAC-4120-A59E-7E36E1C7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767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>
            <a:defPPr algn="l">
              <a:defRPr sz="1500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defRPr>
            </a:pPr>
            <a:r>
              <a:rPr sz="1500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rPr>
              <a:t>Егер 19.11 міндетті болса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D9FD57-D469-4D11-BF03-34B59FBC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48200"/>
            <a:ext cx="4229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0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US-13–US-16 келесі релизге ауысады. 14 элементті 19.11 дейін аяқтау ықтималдығы 85% болады.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AB199-B37E-4E76-8468-92ACF6FB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019800"/>
            <a:ext cx="546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000"/>
          </a:bodyPr>
          <a:lstStyle xmlns:a="http://schemas.openxmlformats.org/drawingml/2006/main">
            <a:defPPr algn="l">
              <a:def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Көлем, команда немесе сыртқы блоктаушылар өзгерсе, болжам қайта есептеледі.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D81C24-E0EA-449E-9593-1D086B42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667"/>
          </a:bodyPr>
          <a:lstStyle xmlns:a="http://schemas.openxmlformats.org/drawingml/2006/main">
            <a:defPPr algn="l">
              <a:defRPr sz="7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7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Дереккөз: Pallets Click  ·  106 issue  ·  26 апта  ·  қаралған күні 08.10.2026</a:t>
            </a:r>
          </a:p>
        </p:txBody>
      </p:sp>
    </p:spTree>
    <p:extLst>
      <p:ext uri="{BB962C8B-B14F-4D97-AF65-F5344CB8AC3E}">
        <p14:creationId xmlns:p14="http://schemas.microsoft.com/office/powerpoint/2010/main" val="17082516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2026-10-08T13:26:13.3930000Z</dcterms:created>
  <dcterms:modified xsi:type="dcterms:W3CDTF">2026-10-08T13:26:13.3930000Z</dcterms:modified>
</coreProperties>
</file>