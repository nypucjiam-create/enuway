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0b00c54fda4502" /><Relationship Type="http://schemas.openxmlformats.org/officeDocument/2006/relationships/extended-properties" Target="/docProps/app.xml" Id="Re931d02585154257" /><Relationship Type="http://schemas.openxmlformats.org/officeDocument/2006/relationships/officeDocument" Target="/ppt/presentation.xml" Id="Re51ee5b270a640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a9caec32004f2c"/>
  </p:sldMasterIdLst>
  <p:notesMasterIdLst>
    <p:notesMasterId xmlns:r="http://schemas.openxmlformats.org/officeDocument/2006/relationships" r:id="R654c9f7af4264fc8"/>
  </p:notesMasterIdLst>
  <p:sldIdLst>
    <p:sldId xmlns:r="http://schemas.openxmlformats.org/officeDocument/2006/relationships" id="256" r:id="R92b847a8f4ee4c5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0e79af78214815" /><Relationship Type="http://schemas.openxmlformats.org/officeDocument/2006/relationships/slideMaster" Target="/ppt/slideMasters/slideMaster1.xml" Id="R82a9caec32004f2c" /><Relationship Type="http://schemas.openxmlformats.org/officeDocument/2006/relationships/notesMaster" Target="/ppt/notesMasters/notesMaster1.xml" Id="R654c9f7af4264fc8" /><Relationship Type="http://schemas.openxmlformats.org/officeDocument/2006/relationships/presProps" Target="/ppt/presProps.xml" Id="R48c42c3050b94073" /><Relationship Type="http://schemas.openxmlformats.org/officeDocument/2006/relationships/tableStyles" Target="/ppt/tableStyles.xml" Id="Rf9648b421e774952" /><Relationship Type="http://schemas.openxmlformats.org/officeDocument/2006/relationships/slide" Target="/ppt/slides/slide1.xml" Id="R92b847a8f4ee4c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7c23e0719744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e8334d274a4f93" /><Relationship Type="http://schemas.openxmlformats.org/officeDocument/2006/relationships/notesMaster" Target="/ppt/notesMasters/notesMaster1.xml" Id="Rcfa8686f412a43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Дереккөз: https://github.com/pallets/click. 06.04.2026–04.10.2026 аралығындағы 106 жабылған issue. Модель: апталық throughput деректерін қайтарумен bootstrap іріктеу, 10 000 симуляция, seed 20261008, 18 элемент. P50 — 15.11.2026, P70 — 22.11.2026, P85 — 29.11.2026, P95 — 13.12.2026.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ca26b0f96a42a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e472ee7aac4ec9" /><Relationship Type="http://schemas.openxmlformats.org/officeDocument/2006/relationships/slideLayout" Target="/ppt/slideLayouts/slideLayout1.xml" Id="R9fa3ff62b2194f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a3ff62b2194f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c1191613a4053" /><Relationship Type="http://schemas.openxmlformats.org/officeDocument/2006/relationships/notesSlide" Target="/ppt/notesSlides/notesSlide1.xml" Id="R2a443e910ecf43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888E90-C5CA-4E00-AE9D-4D1E0B2B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B5E6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54E05E-730F-45DD-8DB4-27E42E79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-142875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F2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C6F060-7407-4BA9-B7DB-BD69A0A5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48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pPr>
            <a:r>
              <a:rPr sz="112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rPr>
              <a:t>ЛЗ 6  ·  МОНТЕ-КАРЛО БОЛЖАМЫ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93C6D-8183-41AB-8BF2-F4A52882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42950"/>
            <a:ext cx="542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29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ENUWay қашан</a:t>
            </a:r>
          </a:p>
          <a:p xmlns:a="http://schemas.openxmlformats.org/drawingml/2006/main">
            <a:pPr algn="l">
              <a:defRPr sz="29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29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дайын болады?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DE05C5-BDD8-44CA-A554-751E4460C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2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18 жұмыс элементі  ·  10 000 симуляция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83310E-07B6-40D7-95DA-0E12DF68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6289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ЖҰМЫС ДИАПАЗОНЫ  ·  P50–P85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32816-58CA-47C6-A241-D7785E6C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05125"/>
            <a:ext cx="5286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330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15–29 қараша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F5677D-DC36-4225-8B74-C190E011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24275"/>
            <a:ext cx="4381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3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8B881B-E2ED-4765-BD7C-66BDB919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6B36"/>
                </a:solidFill>
                <a:latin typeface="Century Gothic"/>
                <a:ea typeface="Century Gothic"/>
                <a:cs typeface="Century Gothic"/>
              </a:defRPr>
            </a:pPr>
            <a:r>
              <a:rPr sz="1725" b="1">
                <a:solidFill>
                  <a:srgbClr val="FF6B36"/>
                </a:solidFill>
                <a:latin typeface="Century Gothic"/>
                <a:ea typeface="Century Gothic"/>
                <a:cs typeface="Century Gothic"/>
              </a:rPr>
              <a:t>P85  ·  29.11.2026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5FD281-7FDC-4634-B4A1-A4FD322B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005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200" b="0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Осы күнге дейін аяқтау ықтималдығы — 85%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DF8D88-4AB1-4C07-804D-09347CFD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5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pPr>
            <a:r>
              <a:rPr sz="9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rPr>
              <a:t>БОЛЖАМ ШАРТТАРЫ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A3E4CF-2ADF-4254-90C3-CBB8954E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57800"/>
            <a:ext cx="5191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050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Көлем 18 элемент болып қалады. Команда құрамы өзгермейді. Апталық өнімділік тарихи үлестірімге сәйкес алынды.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3BAEC-AC8B-491F-9BDA-E21783F8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3400"/>
            <a:ext cx="5467350" cy="529590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111F2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FB4D10-F0FF-4039-8FAF-C8EA024B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8572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rPr>
              <a:t>АЯҚТАЛУ ЫҚТИМАЛДЫҒЫ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7432C7-9A84-48DE-80C4-AB71A4D4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190625"/>
            <a:ext cx="2428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095"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525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85%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2B0F3E-F038-42EB-81AF-33E1277D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333500"/>
            <a:ext cx="2238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50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29 қарашаға дейін</a:t>
            </a:r>
          </a:p>
          <a:p xmlns:a="http://schemas.openxmlformats.org/drawingml/2006/main">
            <a:pPr algn="l">
              <a:defRPr sz="150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500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аяқтау ықтималдығы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7A49F3-BE6F-435D-976B-9AB640DA5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19350"/>
            <a:ext cx="3905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00" b="1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МЕРЗІМДЕР ДИАПАЗОНЫ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D990B5-0A8A-410B-902F-2B87209D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400050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9445D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F1CFAC-A955-40DF-8AEE-D3891434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8956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rPr>
              <a:t>P50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293155-6606-4402-8A78-CA9B1315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209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B5E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C9B650-34A8-4315-8A25-F3F833123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385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15.11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D87748-99F4-43FC-B479-D7C17E72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rPr>
              <a:t>P70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D4FC55-47FF-40B8-B91E-CF01CB97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9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B5E6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6E131D-C8C3-4450-9DF4-069D421D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6385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22.11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AF9638-CC31-44F9-B547-9748E20B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8956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6B36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FF6B36"/>
                </a:solidFill>
                <a:latin typeface="Century Gothic"/>
                <a:ea typeface="Century Gothic"/>
                <a:cs typeface="Century Gothic"/>
              </a:rPr>
              <a:t>P85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555139-CA68-476C-B69D-A81C4D35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209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6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6F346A-4585-49DF-9B36-966DC528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385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29.11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48C09B-BAE4-49DB-AC93-70C06F68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8956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1D2A4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61D2A4"/>
                </a:solidFill>
                <a:latin typeface="Century Gothic"/>
                <a:ea typeface="Century Gothic"/>
                <a:cs typeface="Century Gothic"/>
              </a:rPr>
              <a:t>P95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10AFAA-C716-4E62-9138-4AA70C7F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2099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2A4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4FF460-E197-455A-B228-DBBAFC1B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6385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13.12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C5E26E-1FB8-4F92-8FBD-6504181A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672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defRPr>
            </a:pPr>
            <a:r>
              <a:rPr sz="1800" b="1">
                <a:solidFill>
                  <a:srgbClr val="41B5E6"/>
                </a:solidFill>
                <a:latin typeface="Century Gothic"/>
                <a:ea typeface="Century Gothic"/>
                <a:cs typeface="Century Gothic"/>
              </a:rPr>
              <a:t>50%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38EB80-442B-4281-87BC-1C0B11F9B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19625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ең ықтимал орташа</a:t>
            </a:r>
          </a:p>
          <a:p xmlns:a="http://schemas.openxmlformats.org/drawingml/2006/main">
            <a:pPr algn="l">
              <a:defRPr sz="9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сценарий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B424B5-AB88-40FD-8F33-0A331A9D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267200"/>
            <a:ext cx="1905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9445D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9918B6-8021-4972-8AF8-1281E666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672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1D2A4"/>
                </a:solidFill>
                <a:latin typeface="Century Gothic"/>
                <a:ea typeface="Century Gothic"/>
                <a:cs typeface="Century Gothic"/>
              </a:defRPr>
            </a:pPr>
            <a:r>
              <a:rPr sz="1800" b="1">
                <a:solidFill>
                  <a:srgbClr val="61D2A4"/>
                </a:solidFill>
                <a:latin typeface="Century Gothic"/>
                <a:ea typeface="Century Gothic"/>
                <a:cs typeface="Century Gothic"/>
              </a:rPr>
              <a:t>95%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75D328-3C5F-4BC8-9379-7522A98C5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19625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сақтық қоры жоғары</a:t>
            </a:r>
          </a:p>
          <a:p xmlns:a="http://schemas.openxmlformats.org/drawingml/2006/main">
            <a:pPr algn="l">
              <a:defRPr sz="9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975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сценарий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70E89C-2CF3-4774-A690-0DD1FD48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6019800"/>
            <a:ext cx="546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defRPr>
            </a:pPr>
            <a:r>
              <a:rPr sz="1125" b="1">
                <a:solidFill>
                  <a:srgbClr val="F6FAFD"/>
                </a:solidFill>
                <a:latin typeface="Century Gothic"/>
                <a:ea typeface="Century Gothic"/>
                <a:cs typeface="Century Gothic"/>
              </a:rPr>
              <a:t>Жұмыс көлемі, сыртқы блоктаушылар немесе команда құрамының өзгеруі болжамды өзгертеді.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2CECF8-E90E-4045-9715-4DACCF3B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defRPr>
            </a:pPr>
            <a:r>
              <a:rPr sz="750" b="0">
                <a:solidFill>
                  <a:srgbClr val="9EADBD"/>
                </a:solidFill>
                <a:latin typeface="Century Gothic"/>
                <a:ea typeface="Century Gothic"/>
                <a:cs typeface="Century Gothic"/>
              </a:rPr>
              <a:t>Дереккөз: Pallets Click · 106 жабылған тапсырма · 26 апта · сыртқы балама дерек</a:t>
            </a:r>
          </a:p>
        </p:txBody>
      </p:sp>
    </p:spTree>
    <p:extLst>
      <p:ext uri="{BB962C8B-B14F-4D97-AF65-F5344CB8AC3E}">
        <p14:creationId xmlns:p14="http://schemas.microsoft.com/office/powerpoint/2010/main" val="12706681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2026-10-08T10:49:41.7850000Z</dcterms:created>
  <dcterms:modified xsi:type="dcterms:W3CDTF">2026-10-08T10:49:41.7850000Z</dcterms:modified>
</coreProperties>
</file>